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69"/>
    <p:restoredTop sz="94580"/>
  </p:normalViewPr>
  <p:slideViewPr>
    <p:cSldViewPr snapToGrid="0" snapToObjects="1">
      <p:cViewPr varScale="1">
        <p:scale>
          <a:sx n="121" d="100"/>
          <a:sy n="121" d="100"/>
        </p:scale>
        <p:origin x="136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Hotel Reception Desk Automation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Presented by: Sanket Dhole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Problem Statement – Challenges Identified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000" b="0"/>
            </a:pPr>
            <a:r>
              <a:rPr dirty="0"/>
              <a:t>Hotels require a centralized &amp; efficient guest management system</a:t>
            </a:r>
          </a:p>
          <a:p>
            <a:pPr>
              <a:defRPr sz="2000" b="0"/>
            </a:pPr>
            <a:r>
              <a:rPr dirty="0"/>
              <a:t>Manual check-in/check-out causes delays and errors</a:t>
            </a:r>
          </a:p>
          <a:p>
            <a:pPr>
              <a:defRPr sz="2000" b="0"/>
            </a:pPr>
            <a:r>
              <a:rPr dirty="0"/>
              <a:t>Guest ID proofs need secure storage &amp; audit tracking</a:t>
            </a:r>
          </a:p>
          <a:p>
            <a:pPr>
              <a:defRPr sz="2000" b="0"/>
            </a:pPr>
            <a:r>
              <a:rPr dirty="0"/>
              <a:t>Service teams (Room, Wi-Fi, Restaurant) lack automation</a:t>
            </a:r>
          </a:p>
          <a:p>
            <a:pPr>
              <a:defRPr sz="2000" b="0"/>
            </a:pPr>
            <a:r>
              <a:rPr dirty="0"/>
              <a:t>Frequent manual follow-ups reduce productivity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Proposed Solution – End-to-End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 b="0"/>
            </a:pPr>
            <a:r>
              <a:t>Play Framework-based application for room booking &amp; guest management</a:t>
            </a:r>
          </a:p>
          <a:p>
            <a:pPr>
              <a:defRPr sz="2000" b="0"/>
            </a:pPr>
            <a:r>
              <a:t>Database-backed storage for rooms, guests, bookings &amp; ID proofs</a:t>
            </a:r>
          </a:p>
          <a:p>
            <a:pPr>
              <a:defRPr sz="2000" b="0"/>
            </a:pPr>
            <a:r>
              <a:t>Kafka event-driven messaging to automate notifications</a:t>
            </a:r>
          </a:p>
          <a:p>
            <a:pPr>
              <a:defRPr sz="2000" b="0"/>
            </a:pPr>
            <a:r>
              <a:t>Akka-based microservice for scalable asynchronous processing</a:t>
            </a:r>
          </a:p>
          <a:p>
            <a:pPr>
              <a:defRPr sz="2000" b="0"/>
            </a:pPr>
            <a:r>
              <a:t>Automated email system for Room Service, Wi-Fi credentials &amp; Restaurant Menu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Overall Architecture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605E179-FB29-9DF7-6BE8-1DF6F2B34A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06285"/>
            <a:ext cx="8458200" cy="486888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Detailed Workflow – Event Driven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>
              <a:defRPr sz="2000" b="0"/>
            </a:pPr>
            <a:r>
              <a:rPr lang="en-US" dirty="0"/>
              <a:t>Guest checks in: Room selected + ID proof uploaded</a:t>
            </a:r>
          </a:p>
          <a:p>
            <a:pPr>
              <a:defRPr sz="2000" b="0"/>
            </a:pPr>
            <a:r>
              <a:rPr lang="en-US" dirty="0"/>
              <a:t>Booking stored in database with timestamp</a:t>
            </a:r>
          </a:p>
          <a:p>
            <a:pPr>
              <a:defRPr sz="2000" b="0"/>
            </a:pPr>
            <a:r>
              <a:rPr lang="en-US" dirty="0"/>
              <a:t>Kafka publishes event: ROOM_BOOKED</a:t>
            </a:r>
          </a:p>
          <a:p>
            <a:pPr>
              <a:defRPr sz="2000" b="0"/>
            </a:pPr>
            <a:r>
              <a:rPr lang="en-US" dirty="0" err="1"/>
              <a:t>Akka</a:t>
            </a:r>
            <a:r>
              <a:rPr lang="en-US" dirty="0"/>
              <a:t> Microservice consumes event and triggers respective actors</a:t>
            </a:r>
          </a:p>
          <a:p>
            <a:pPr>
              <a:defRPr sz="2000" b="0"/>
            </a:pPr>
            <a:r>
              <a:rPr lang="en-US" dirty="0" err="1"/>
              <a:t>RoomServiceActor</a:t>
            </a:r>
            <a:r>
              <a:rPr lang="en-US" dirty="0"/>
              <a:t> → Welcome email with emergency numbers</a:t>
            </a:r>
          </a:p>
          <a:p>
            <a:pPr>
              <a:defRPr sz="2000" b="0"/>
            </a:pPr>
            <a:r>
              <a:rPr lang="en-US" dirty="0" err="1"/>
              <a:t>WifiServiceActor</a:t>
            </a:r>
            <a:r>
              <a:rPr lang="en-US" dirty="0"/>
              <a:t> → Wi-Fi credentials</a:t>
            </a:r>
          </a:p>
          <a:p>
            <a:pPr>
              <a:defRPr sz="2000" b="0"/>
            </a:pPr>
            <a:r>
              <a:rPr lang="en-US" dirty="0" err="1"/>
              <a:t>RestaurantServiceActor</a:t>
            </a:r>
            <a:r>
              <a:rPr lang="en-US" dirty="0"/>
              <a:t> → Daily menu emails until checkout</a:t>
            </a:r>
          </a:p>
          <a:p>
            <a:pPr>
              <a:defRPr sz="2000" b="0"/>
            </a:pPr>
            <a:r>
              <a:rPr lang="en-US" dirty="0"/>
              <a:t>Checkout event stops scheduled restaurant messages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rPr dirty="0"/>
              <a:t>ERD – Core Database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000" b="0"/>
            </a:pPr>
            <a:r>
              <a:rPr dirty="0"/>
              <a:t>ROOM: id, category_id, floor, room_number, status</a:t>
            </a:r>
            <a:r>
              <a:rPr lang="en-US" dirty="0"/>
              <a:t>, category_name, price</a:t>
            </a:r>
            <a:endParaRPr dirty="0"/>
          </a:p>
          <a:p>
            <a:pPr>
              <a:defRPr sz="2000" b="0"/>
            </a:pPr>
            <a:r>
              <a:rPr dirty="0"/>
              <a:t>GUEST: id, name, email, phone, id_proof_path</a:t>
            </a:r>
          </a:p>
          <a:p>
            <a:pPr>
              <a:defRPr sz="2000" b="0"/>
            </a:pPr>
            <a:r>
              <a:rPr dirty="0"/>
              <a:t>BOOKING: id, guest_id, room_id, check_in, checkout, status</a:t>
            </a:r>
          </a:p>
          <a:p>
            <a:pPr>
              <a:defRPr sz="2000" b="0"/>
            </a:pPr>
            <a:r>
              <a:rPr dirty="0"/>
              <a:t>NOTIFICATION_LOG: id, </a:t>
            </a:r>
            <a:r>
              <a:rPr dirty="0" err="1"/>
              <a:t>booking_id</a:t>
            </a:r>
            <a:r>
              <a:rPr dirty="0"/>
              <a:t>, </a:t>
            </a:r>
            <a:r>
              <a:rPr dirty="0" err="1"/>
              <a:t>service_type</a:t>
            </a:r>
            <a:r>
              <a:rPr dirty="0"/>
              <a:t>, timestamp, status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/>
            </a:pPr>
            <a:r>
              <a:t>Deployment Plan (Improved Format)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5022956"/>
              </p:ext>
            </p:extLst>
          </p:nvPr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Deployment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>
                        <a:defRPr sz="1600"/>
                      </a:pPr>
                      <a:r>
                        <a:t>Play Application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600"/>
                      </a:pPr>
                      <a:r>
                        <a:t>Docker Container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>
                        <a:defRPr sz="1600"/>
                      </a:pPr>
                      <a:r>
                        <a:t>Kafka + Zookeeper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600"/>
                      </a:pPr>
                      <a:r>
                        <a:rPr dirty="0"/>
                        <a:t>Docker Compose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>
                        <a:defRPr sz="1600"/>
                      </a:pPr>
                      <a:r>
                        <a:t>Akka Microservice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600"/>
                      </a:pPr>
                      <a:r>
                        <a:t>Docker Container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>
                        <a:defRPr sz="1600"/>
                      </a:pPr>
                      <a:r>
                        <a:t>Database (MySQL/Postgres)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600"/>
                      </a:pPr>
                      <a:r>
                        <a:t>Docker Container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>
                        <a:defRPr sz="1600"/>
                      </a:pPr>
                      <a:r>
                        <a:t>SMTP Email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600"/>
                      </a:pPr>
                      <a:r>
                        <a:rPr dirty="0"/>
                        <a:t> Gmail / SMTP Server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Booking Create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C4B0E3-1474-AE2E-9AD1-A4580C38A4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991" y="1227771"/>
            <a:ext cx="4873845" cy="29064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644A5C4-EAC3-FABE-D574-8CB092BF54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2938" y="1420266"/>
            <a:ext cx="2743201" cy="2362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D678946-11D2-5222-77CE-9CB362A619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3992562"/>
            <a:ext cx="2743200" cy="25908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20BBBC1-F8EC-87EA-0E27-DBB3166162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0969" y="4314131"/>
            <a:ext cx="2233888" cy="2362201"/>
          </a:xfrm>
          <a:prstGeom prst="rect">
            <a:avLst/>
          </a:prstGeom>
        </p:spPr>
      </p:pic>
      <p:sp>
        <p:nvSpPr>
          <p:cNvPr id="12" name="Right Arrow 11">
            <a:extLst>
              <a:ext uri="{FF2B5EF4-FFF2-40B4-BE49-F238E27FC236}">
                <a16:creationId xmlns:a16="http://schemas.microsoft.com/office/drawing/2014/main" id="{F63A7958-0614-850C-C95E-74B520D1B9D9}"/>
              </a:ext>
            </a:extLst>
          </p:cNvPr>
          <p:cNvSpPr/>
          <p:nvPr/>
        </p:nvSpPr>
        <p:spPr>
          <a:xfrm>
            <a:off x="5064836" y="2543502"/>
            <a:ext cx="1053131" cy="453101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own Arrow 12">
            <a:extLst>
              <a:ext uri="{FF2B5EF4-FFF2-40B4-BE49-F238E27FC236}">
                <a16:creationId xmlns:a16="http://schemas.microsoft.com/office/drawing/2014/main" id="{9B39F544-FDCB-3959-915D-49DE9A1DB38E}"/>
              </a:ext>
            </a:extLst>
          </p:cNvPr>
          <p:cNvSpPr/>
          <p:nvPr/>
        </p:nvSpPr>
        <p:spPr>
          <a:xfrm>
            <a:off x="6831724" y="3541986"/>
            <a:ext cx="315310" cy="450576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Left Arrow 13">
            <a:extLst>
              <a:ext uri="{FF2B5EF4-FFF2-40B4-BE49-F238E27FC236}">
                <a16:creationId xmlns:a16="http://schemas.microsoft.com/office/drawing/2014/main" id="{DB861714-2CEA-088A-4199-AF732627CAD4}"/>
              </a:ext>
            </a:extLst>
          </p:cNvPr>
          <p:cNvSpPr/>
          <p:nvPr/>
        </p:nvSpPr>
        <p:spPr>
          <a:xfrm>
            <a:off x="3878317" y="5118538"/>
            <a:ext cx="1965435" cy="536028"/>
          </a:xfrm>
          <a:prstGeom prst="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/>
            </a:pPr>
            <a:r>
              <a:t>Features Implemented (Enhanced Table)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8831077"/>
              </p:ext>
            </p:extLst>
          </p:nvPr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600"/>
                      </a:pPr>
                      <a:r>
                        <a:t>REST APIs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600"/>
                      </a:pPr>
                      <a:r>
                        <a:t>Play Framework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600"/>
                      </a:pPr>
                      <a:r>
                        <a:t>Database Access 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600"/>
                      </a:pPr>
                      <a:r>
                        <a:rPr dirty="0"/>
                        <a:t>Slick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600"/>
                      </a:pPr>
                      <a:r>
                        <a:t>Event-driven Messaging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600"/>
                      </a:pPr>
                      <a:r>
                        <a:t>Apache Kafka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600"/>
                      </a:pPr>
                      <a:r>
                        <a:t>Microservice Development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600"/>
                      </a:pPr>
                      <a:r>
                        <a:t>Scala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600"/>
                      </a:pPr>
                      <a:r>
                        <a:t>Async Processing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600"/>
                      </a:pPr>
                      <a:r>
                        <a:t>Akka Actor Model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600"/>
                      </a:pPr>
                      <a:r>
                        <a:t>Email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600"/>
                      </a:pPr>
                      <a:r>
                        <a:t>SMTP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600"/>
                      </a:pPr>
                      <a:r>
                        <a:t>Deployment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600"/>
                      </a:pPr>
                      <a:r>
                        <a:rPr dirty="0"/>
                        <a:t>Docker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200" b="1">
                <a:solidFill>
                  <a:srgbClr val="0066CC"/>
                </a:solidFill>
              </a:defRPr>
            </a:pPr>
            <a:r>
              <a:t>Conclusion –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 b="0"/>
            </a:pPr>
            <a:r>
              <a:t>End‑to‑end automation improves guest onboarding efficiency</a:t>
            </a:r>
          </a:p>
          <a:p>
            <a:pPr>
              <a:defRPr sz="2000" b="0"/>
            </a:pPr>
            <a:r>
              <a:t>Minimizes manual coordination across service teams</a:t>
            </a:r>
          </a:p>
          <a:p>
            <a:pPr>
              <a:defRPr sz="2000" b="0"/>
            </a:pPr>
            <a:r>
              <a:t>Highly scalable architecture using Kafka + Akka</a:t>
            </a:r>
          </a:p>
          <a:p>
            <a:pPr>
              <a:defRPr sz="2000" b="0"/>
            </a:pPr>
            <a:r>
              <a:t>Reliable, asynchronous communication between microservices</a:t>
            </a:r>
          </a:p>
          <a:p>
            <a:pPr>
              <a:defRPr sz="2000" b="0"/>
            </a:pPr>
            <a:r>
              <a:t>Foundation ready for full hotel digital transformation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Questions?</a:t>
            </a:r>
          </a:p>
          <a:p>
            <a:endParaRPr/>
          </a:p>
          <a:p>
            <a:r>
              <a:t>Contact: Sanket Dhole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3029</TotalTime>
  <Words>365</Words>
  <Application>Microsoft Macintosh PowerPoint</Application>
  <PresentationFormat>On-screen Show (4:3)</PresentationFormat>
  <Paragraphs>77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Hotel Reception Desk Automation</vt:lpstr>
      <vt:lpstr>Problem Statement – Challenges Identified</vt:lpstr>
      <vt:lpstr>Proposed Solution – End-to-End Automation</vt:lpstr>
      <vt:lpstr>Overall Architecture</vt:lpstr>
      <vt:lpstr>Detailed Workflow – Event Driven Flow</vt:lpstr>
      <vt:lpstr>ERD – Core Database Structure</vt:lpstr>
      <vt:lpstr>Deployment Plan (Improved Format)</vt:lpstr>
      <vt:lpstr>Booking Create</vt:lpstr>
      <vt:lpstr>Features Implemented (Enhanced Table)</vt:lpstr>
      <vt:lpstr>Conclusion – Key Takeaways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Hotel Reception Desk Automation</dc:title>
  <dc:subject/>
  <dc:creator/>
  <cp:keywords/>
  <dc:description>generated using python-pptx</dc:description>
  <cp:lastModifiedBy>RAC IT</cp:lastModifiedBy>
  <cp:revision>4</cp:revision>
  <dcterms:created xsi:type="dcterms:W3CDTF">2013-01-27T09:14:16Z</dcterms:created>
  <dcterms:modified xsi:type="dcterms:W3CDTF">2025-11-28T06:50:12Z</dcterms:modified>
  <cp:category/>
</cp:coreProperties>
</file>